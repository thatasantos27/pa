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A8D51-6132-64EC-D789-F1164D192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BAAD0D-42AD-B90C-1F8A-DCA3082D0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420D27-299B-C767-BEA0-04A718F5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B7A418-AC03-38A3-FF54-46820FE6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12390A-27D7-E23E-EF83-D5A395A1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98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F37DE-94E8-A799-DD1E-6515DE7DD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CB1C20-7009-6998-B420-4E59EFB63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A6D594-FBCA-3283-F8A7-DE896AC9F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E7C503-FBD2-FC5A-F0D1-2C5E87A8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49DCCA-B0ED-C004-B73B-5D5C815C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8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ECF3A-6671-498E-9208-844A6909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B0E999-0F61-580F-A269-ED298C7BB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D24F89-8AF5-61FA-4CDB-D2434120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59FB9A-A6D1-660E-7114-1DCD520C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13E41F-2E12-EC9A-DDFE-4DBCA243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32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E6DCD-48D1-734C-6284-B02C97AC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16B9A7-3074-6087-0CEA-124A08C7A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240895-44D3-BE41-6252-23AB83D63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13154A-3475-A153-57D8-C51B3956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84B9FC-112E-B64A-84B2-AEEE1339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C2D23C-36E4-6C53-7DC2-DE262263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10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20A10-B8F8-C8A1-6AFE-1B47431FE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72050C-5B07-7333-25E4-28AEB08B5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476E38-66E3-E40F-E3DF-0C21E2084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A8EF44D-279F-4E33-4966-D316B8C76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050AA0-D00D-94C5-A964-B216C59B4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E0CC07-19E0-9817-27F3-FAA0C3846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ED7A78-EA9C-CB74-EDE3-99D91066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05DBCC-C2A6-D798-70F6-84D793DA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2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ADA14-D9A0-DFB1-B910-D966B7FB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ADC97B-FF12-D300-F32D-ED1C559F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CAEA2AE-FC42-C88A-3418-C03D6728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E11392C-A893-121E-4BA7-27CF86CE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3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CEC9F19-63CD-232C-D077-4FEEA146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4EA86B-94F2-1914-721E-2DFC6FBD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A5F930-B48F-D4B7-FAE4-FFA20D3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06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A68D7-94D0-4F46-4069-D55455EC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A89976-C525-0620-D9FC-A34468D62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60E370-6C68-74B8-0599-4881646AF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AB21C2-8FF6-B06C-DAF2-F3D97156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809BFE-AE23-ADDD-530D-0452BCA6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E2C2A4-2683-9AEC-6ED0-C4FA53DA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42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95A3B-AD17-3832-3C53-9B93E118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8D772B-95AA-EFED-D744-31F5AD959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2AF62E-CDBC-3B35-AD60-644391B6E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9BC663-28CA-CFD4-B30D-764E2678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6C5FC9-91F9-0AD8-D3B2-F386AEBD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807DE7-2BFC-7442-C137-D7A022D7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799E-F2A7-8AAD-31F1-0A9545AC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69B990-EAF8-8718-FCC5-FF5C58F63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FEA495-2934-FDDD-83DE-6B9CBD28E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1EBCB7-3CE8-B469-328D-4D360CF7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F82AA-354C-24B8-21CF-DDE20E61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60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F3D9C6-7A0F-38DB-CC7F-7E2FCBA84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FF63-9C64-6569-92FA-30CB87F8D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F80C07-5B7F-58AC-FBCD-62CCBB8B9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CBDF9B-4689-2BD9-4338-D638BAB6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B83FF9-044C-0842-42C0-F9EC9883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826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2F9D820-7258-631B-80BD-D2DDBFF2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A7B4E9-778A-776E-7996-8D92CF21F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FBBDBE-55A5-60A7-20A4-6971A7F91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90596-7D9F-403B-8E8E-714F0BCDCE13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A39DFC-3594-5D71-F0F4-07286AA33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5AC3A5-98B8-6B73-6D0D-39578408A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02AB6-8DBD-49EE-A2F9-627A30B5AC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34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7C85C07-8027-680D-FF88-5E68C006D839}"/>
              </a:ext>
            </a:extLst>
          </p:cNvPr>
          <p:cNvSpPr txBox="1"/>
          <p:nvPr/>
        </p:nvSpPr>
        <p:spPr>
          <a:xfrm>
            <a:off x="415419" y="1786788"/>
            <a:ext cx="132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Variável     x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5957FE-CEBF-5164-15AD-1072A3C67F07}"/>
              </a:ext>
            </a:extLst>
          </p:cNvPr>
          <p:cNvSpPr txBox="1"/>
          <p:nvPr/>
        </p:nvSpPr>
        <p:spPr>
          <a:xfrm>
            <a:off x="1740017" y="1786788"/>
            <a:ext cx="12049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10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DB60FF0-3B76-7368-C511-0B8BF8F70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152875"/>
              </p:ext>
            </p:extLst>
          </p:nvPr>
        </p:nvGraphicFramePr>
        <p:xfrm>
          <a:off x="1601386" y="2625378"/>
          <a:ext cx="3782465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6493">
                  <a:extLst>
                    <a:ext uri="{9D8B030D-6E8A-4147-A177-3AD203B41FA5}">
                      <a16:colId xmlns:a16="http://schemas.microsoft.com/office/drawing/2014/main" val="506539739"/>
                    </a:ext>
                  </a:extLst>
                </a:gridCol>
                <a:gridCol w="756493">
                  <a:extLst>
                    <a:ext uri="{9D8B030D-6E8A-4147-A177-3AD203B41FA5}">
                      <a16:colId xmlns:a16="http://schemas.microsoft.com/office/drawing/2014/main" val="3241888424"/>
                    </a:ext>
                  </a:extLst>
                </a:gridCol>
                <a:gridCol w="756493">
                  <a:extLst>
                    <a:ext uri="{9D8B030D-6E8A-4147-A177-3AD203B41FA5}">
                      <a16:colId xmlns:a16="http://schemas.microsoft.com/office/drawing/2014/main" val="366649833"/>
                    </a:ext>
                  </a:extLst>
                </a:gridCol>
                <a:gridCol w="756493">
                  <a:extLst>
                    <a:ext uri="{9D8B030D-6E8A-4147-A177-3AD203B41FA5}">
                      <a16:colId xmlns:a16="http://schemas.microsoft.com/office/drawing/2014/main" val="3112350353"/>
                    </a:ext>
                  </a:extLst>
                </a:gridCol>
                <a:gridCol w="756493">
                  <a:extLst>
                    <a:ext uri="{9D8B030D-6E8A-4147-A177-3AD203B41FA5}">
                      <a16:colId xmlns:a16="http://schemas.microsoft.com/office/drawing/2014/main" val="323696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26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0675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3A7D69F6-D912-3576-A8C8-5B9F11B329F9}"/>
              </a:ext>
            </a:extLst>
          </p:cNvPr>
          <p:cNvSpPr txBox="1"/>
          <p:nvPr/>
        </p:nvSpPr>
        <p:spPr>
          <a:xfrm>
            <a:off x="595358" y="2811552"/>
            <a:ext cx="100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Vetor   v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87A3BF0-5B0A-88F1-5419-F8E39AD9D5D8}"/>
              </a:ext>
            </a:extLst>
          </p:cNvPr>
          <p:cNvSpPr txBox="1"/>
          <p:nvPr/>
        </p:nvSpPr>
        <p:spPr>
          <a:xfrm>
            <a:off x="7392588" y="1797397"/>
            <a:ext cx="43839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Códigos: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X = 8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X = 10</a:t>
            </a:r>
          </a:p>
          <a:p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V[0] = 45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V[3] = 44</a:t>
            </a:r>
          </a:p>
          <a:p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V[2] = v[3] + v[0]</a:t>
            </a:r>
          </a:p>
          <a:p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59188B-B974-04C3-F6A1-8EDCE76D16EC}"/>
              </a:ext>
            </a:extLst>
          </p:cNvPr>
          <p:cNvSpPr txBox="1"/>
          <p:nvPr/>
        </p:nvSpPr>
        <p:spPr>
          <a:xfrm>
            <a:off x="5787400" y="2625378"/>
            <a:ext cx="120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índice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577C100A-53C7-2C28-7602-0598EC8E076F}"/>
              </a:ext>
            </a:extLst>
          </p:cNvPr>
          <p:cNvCxnSpPr>
            <a:stCxn id="9" idx="1"/>
          </p:cNvCxnSpPr>
          <p:nvPr/>
        </p:nvCxnSpPr>
        <p:spPr>
          <a:xfrm flipH="1">
            <a:off x="5452217" y="2810044"/>
            <a:ext cx="3351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B8ADDE-DCAD-9B6A-6088-5F97C08C1C06}"/>
              </a:ext>
            </a:extLst>
          </p:cNvPr>
          <p:cNvSpPr txBox="1"/>
          <p:nvPr/>
        </p:nvSpPr>
        <p:spPr>
          <a:xfrm>
            <a:off x="5806389" y="2997726"/>
            <a:ext cx="120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conteúdo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70DA4DC-F043-D772-BB29-16BDA1313742}"/>
              </a:ext>
            </a:extLst>
          </p:cNvPr>
          <p:cNvCxnSpPr>
            <a:stCxn id="12" idx="1"/>
          </p:cNvCxnSpPr>
          <p:nvPr/>
        </p:nvCxnSpPr>
        <p:spPr>
          <a:xfrm flipH="1">
            <a:off x="5471206" y="3182392"/>
            <a:ext cx="3351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EF91A6F-864A-5153-808A-35091AEF13BA}"/>
              </a:ext>
            </a:extLst>
          </p:cNvPr>
          <p:cNvSpPr txBox="1"/>
          <p:nvPr/>
        </p:nvSpPr>
        <p:spPr>
          <a:xfrm>
            <a:off x="1415275" y="3836316"/>
            <a:ext cx="4680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Sintaxe: V[índice] = conteúdo</a:t>
            </a:r>
          </a:p>
          <a:p>
            <a:pPr marL="285750" indent="-285750">
              <a:buFontTx/>
              <a:buChar char="-"/>
            </a:pPr>
            <a:r>
              <a:rPr lang="pt-BR" dirty="0"/>
              <a:t>Vetor sempre inicia no índice 0</a:t>
            </a:r>
          </a:p>
          <a:p>
            <a:pPr marL="285750" indent="-285750">
              <a:buFontTx/>
              <a:buChar char="-"/>
            </a:pPr>
            <a:r>
              <a:rPr lang="pt-BR" dirty="0"/>
              <a:t>O conteúdo do vetor é homogêneo</a:t>
            </a:r>
          </a:p>
          <a:p>
            <a:pPr marL="285750" indent="-285750">
              <a:buFontTx/>
              <a:buChar char="-"/>
            </a:pPr>
            <a:r>
              <a:rPr lang="pt-BR" dirty="0"/>
              <a:t>O tamanho do vetor é fixo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E1D3A6F-E644-3094-F2CE-082E62247FC1}"/>
              </a:ext>
            </a:extLst>
          </p:cNvPr>
          <p:cNvSpPr txBox="1"/>
          <p:nvPr/>
        </p:nvSpPr>
        <p:spPr>
          <a:xfrm>
            <a:off x="2624507" y="396490"/>
            <a:ext cx="5990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Variáveis indexadas do tipo </a:t>
            </a:r>
            <a:r>
              <a:rPr lang="pt-BR" sz="3200" b="1" dirty="0"/>
              <a:t>vetor</a:t>
            </a:r>
          </a:p>
        </p:txBody>
      </p:sp>
    </p:spTree>
    <p:extLst>
      <p:ext uri="{BB962C8B-B14F-4D97-AF65-F5344CB8AC3E}">
        <p14:creationId xmlns:p14="http://schemas.microsoft.com/office/powerpoint/2010/main" val="30518560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etechas</dc:creator>
  <cp:lastModifiedBy>etechas</cp:lastModifiedBy>
  <cp:revision>1</cp:revision>
  <dcterms:created xsi:type="dcterms:W3CDTF">2026-09-09T11:04:36Z</dcterms:created>
  <dcterms:modified xsi:type="dcterms:W3CDTF">2026-09-09T11:05:08Z</dcterms:modified>
</cp:coreProperties>
</file>